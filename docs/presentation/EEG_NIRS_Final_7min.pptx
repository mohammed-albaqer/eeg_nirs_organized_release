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2af52efa15e4ed5" Type="http://schemas.openxmlformats.org/package/2006/relationships/metadata/core-properties" Target="docProps/core.xml"/><Relationship Id="R9d86d37c60f54821" Type="http://schemas.openxmlformats.org/officeDocument/2006/relationships/extended-properties" Target="docProps/app.xml"/><Relationship Id="Rb41b53bf34c74c5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ca28925c184bd3"/>
  </p:sldMasterIdLst>
  <p:notesMasterIdLst>
    <p:notesMasterId xmlns:r="http://schemas.openxmlformats.org/officeDocument/2006/relationships" r:id="R042e54b2ea214156"/>
  </p:notesMasterIdLst>
  <p:sldIdLst>
    <p:sldId xmlns:r="http://schemas.openxmlformats.org/officeDocument/2006/relationships" id="256" r:id="R300e2e72fafa424a"/>
    <p:sldId xmlns:r="http://schemas.openxmlformats.org/officeDocument/2006/relationships" id="257" r:id="R919568fd7c644512"/>
    <p:sldId xmlns:r="http://schemas.openxmlformats.org/officeDocument/2006/relationships" id="258" r:id="Rb63f97a3ac8c48d8"/>
    <p:sldId xmlns:r="http://schemas.openxmlformats.org/officeDocument/2006/relationships" id="259" r:id="R384028ad38954f2a"/>
    <p:sldId xmlns:r="http://schemas.openxmlformats.org/officeDocument/2006/relationships" id="260" r:id="R1acbed35599f4b48"/>
    <p:sldId xmlns:r="http://schemas.openxmlformats.org/officeDocument/2006/relationships" id="261" r:id="R0628f7aabc1940f9"/>
    <p:sldId xmlns:r="http://schemas.openxmlformats.org/officeDocument/2006/relationships" id="262" r:id="R527f22b8a941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d5d02aa1894158" Type="http://schemas.openxmlformats.org/officeDocument/2006/relationships/theme" Target="theme/theme1.xml"/><Relationship Id="R042e54b2ea214156" Type="http://schemas.openxmlformats.org/officeDocument/2006/relationships/notesMaster" Target="notesMasters/notesMaster1.xml"/><Relationship Id="R0628f7aabc1940f9" Type="http://schemas.openxmlformats.org/officeDocument/2006/relationships/slide" Target="slides/slide6.xml"/><Relationship Id="R17ca28925c184bd3" Type="http://schemas.openxmlformats.org/officeDocument/2006/relationships/slideMaster" Target="slideMasters/slideMaster1.xml"/><Relationship Id="R1acbed35599f4b48" Type="http://schemas.openxmlformats.org/officeDocument/2006/relationships/slide" Target="slides/slide5.xml"/><Relationship Id="R300e2e72fafa424a" Type="http://schemas.openxmlformats.org/officeDocument/2006/relationships/slide" Target="slides/slide1.xml"/><Relationship Id="R384028ad38954f2a" Type="http://schemas.openxmlformats.org/officeDocument/2006/relationships/slide" Target="slides/slide4.xml"/><Relationship Id="R527f22b8a9414607" Type="http://schemas.openxmlformats.org/officeDocument/2006/relationships/slide" Target="slides/slide7.xml"/><Relationship Id="R70de5818050843b8" Type="http://schemas.openxmlformats.org/officeDocument/2006/relationships/tableStyles" Target="tableStyles.xml"/><Relationship Id="R919568fd7c644512" Type="http://schemas.openxmlformats.org/officeDocument/2006/relationships/slide" Target="slides/slide2.xml"/><Relationship Id="R94f1b29193a245c8" Type="http://schemas.openxmlformats.org/officeDocument/2006/relationships/presProps" Target="presProps.xml"/><Relationship Id="Rb63f97a3ac8c48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5571467c06ef49b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fd30869ca5e4d18" Type="http://schemas.openxmlformats.org/officeDocument/2006/relationships/notesMaster" Target="../notesMasters/notesMaster1.xml"/><Relationship Id="R84d159dcbd684dc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ce42ce48dde4073" Type="http://schemas.openxmlformats.org/officeDocument/2006/relationships/slide" Target="../slides/slide2.xml"/><Relationship Id="R89a53f48a0a5471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10ad814cf3545fe" Type="http://schemas.openxmlformats.org/officeDocument/2006/relationships/slide" Target="../slides/slide3.xml"/><Relationship Id="Rcd14e0d7410c4c3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efe54d375cb4f6f" Type="http://schemas.openxmlformats.org/officeDocument/2006/relationships/notesMaster" Target="../notesMasters/notesMaster1.xml"/><Relationship Id="R77838f26c4274ac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5c412e16b7d4f4e" Type="http://schemas.openxmlformats.org/officeDocument/2006/relationships/slide" Target="../slides/slide5.xml"/><Relationship Id="Rf08c5bfd9c1a41e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e5b6b2b2d2ea4497" Type="http://schemas.openxmlformats.org/officeDocument/2006/relationships/slide" Target="../slides/slide6.xml"/><Relationship Id="Re90ef11f3b884ec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b1a18bb211842a5" Type="http://schemas.openxmlformats.org/officeDocument/2006/relationships/notesMaster" Target="../notesMasters/notesMaster1.xml"/><Relationship Id="R64780161aafe42cc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Seven-minute competition presentation. Results come from the supplied public competition sessions and the frozen local scorer.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competition specification, sections 3 and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included classifier.py and report/METHODS_EN.md.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included training manifests, public_data_manifest.csv, and eight held-out metric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results/holdout/baseline_N17_N18 and final_selected_N17_N18, frozen score.py.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included paired per-session metrics and 20,000 seeded session-level bootstrap resamples.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solution/artifacts training manifest, DEPLOY.md, and included validation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e4d3109815f4e9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221cc5e792041ad" Type="http://schemas.openxmlformats.org/officeDocument/2006/relationships/theme" Target="theme/theme2.xml"/><Relationship Id="Ref6fe1bebf6e45f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fe1bebf6e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bff0dfdfe054286" Type="http://schemas.openxmlformats.org/officeDocument/2006/relationships/notesSlide" Target="../notesSlides/notesSlide1.xml"/><Relationship Id="Rc02105b3fd90487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3b5ede4f13e4dbb" Type="http://schemas.openxmlformats.org/officeDocument/2006/relationships/slideLayout" Target="../slideLayouts/slideLayout1.xml"/><Relationship Id="Re6a9d506d74f42f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fbc4266477c4417" Type="http://schemas.openxmlformats.org/officeDocument/2006/relationships/slideLayout" Target="../slideLayouts/slideLayout1.xml"/><Relationship Id="R3d8b3fb1120c49e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92bf3ab6d044af5" Type="http://schemas.openxmlformats.org/officeDocument/2006/relationships/notesSlide" Target="../notesSlides/notesSlide4.xml"/><Relationship Id="Rdccf435860734b19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a7bc14faa7e45c1" Type="http://schemas.openxmlformats.org/officeDocument/2006/relationships/notesSlide" Target="../notesSlides/notesSlide5.xml"/><Relationship Id="Rc76860ec96fd463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4990b244fe54ce1" Type="http://schemas.openxmlformats.org/officeDocument/2006/relationships/notesSlide" Target="../notesSlides/notesSlide6.xml"/><Relationship Id="R3d657b5aa8cf444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8c0fb547bdba4975" Type="http://schemas.openxmlformats.org/officeDocument/2006/relationships/notesSlide" Target="../notesSlides/notesSlide7.xml"/><Relationship Id="Ra79015e31b7f481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39FE8-F53B-4076-8F38-F8D902A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Online EEG + NIRS hand imagery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F2258-BB18-4F78-94CB-6AB74697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9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6C94"/>
                </a:solidFill>
                <a:latin typeface="Bitstream Charter"/>
                <a:ea typeface="Bitstream Charter"/>
                <a:cs typeface="Bitstream Charter"/>
              </a:rPr>
              <a:t>Three-class classifier for the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CFF43-7972-46DD-A893-4FFE2A85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624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96774"/>
                </a:solidFill>
                <a:latin typeface="Bitstream Charter"/>
                <a:ea typeface="Bitstream Charter"/>
                <a:cs typeface="Bitstream Charter"/>
              </a:rPr>
              <a:t>Public subject holdout evaluation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88883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24D75-9548-492D-BBEC-304FEF01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Task and online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785FE-BD48-494F-89F6-08D15EBD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Predict rest, imagined left hand, or imagined right hand.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0185F-9DAD-4700-8100-6A13CBF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A one-second EEG window arrives every 250 ms; NIRS may be absent.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5AC52-A369-4A28-9E1C-B91537CA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Block 1 trains the model. Later labels arrive only after each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73508-AC01-4978-AF26-4F93C8A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The scorer averages each session's worst-class F1 and macro recall.</a:t>
            </a:r>
          </a:p>
        </p:txBody>
      </p:sp>
    </p:spTree>
    <p:extLst>
      <p:ext uri="{BB962C8B-B14F-4D97-AF65-F5344CB8AC3E}">
        <p14:creationId xmlns:p14="http://schemas.microsoft.com/office/powerpoint/2010/main" val="1734313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C6275-728C-4531-91C0-8C4E36D2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Signal processing and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958D4-F2E7-46F8-95AA-23A96073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Causal 1-40 Hz filter with persistent IIR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2F382-2209-447A-B72E-C7395D53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EEG band power plus C3/C4 asymmetry; HbO/HbR window statistics.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AA949-5BEF-4186-B76B-6A50430D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Three Random Forests: EEG, NIRS, and combined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26DE4-1329-4E52-AEAA-576C0AE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After every finished block, fit using released labels and past-session features.</a:t>
            </a:r>
          </a:p>
        </p:txBody>
      </p:sp>
    </p:spTree>
    <p:extLst>
      <p:ext uri="{BB962C8B-B14F-4D97-AF65-F5344CB8AC3E}">
        <p14:creationId xmlns:p14="http://schemas.microsoft.com/office/powerpoint/2010/main" val="869381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4BC6-AB3B-4598-BCCA-C5113D8A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Validation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D0143-5C78-4CD8-9490-B53C94E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478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56 public sessions across 14 people.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0CA4-D033-48EC-90A5-6C87A86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Model selection: N15/N16 held out; 38 compatible other sessions train the cache.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D71C-EF1F-4180-8492-BE45537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Final check: N17/N18 held out; 46 compatible other sessions train the cache.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E53ED-163B-4FDA-A8EF-5E515EB2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The eight test sessions come from two people, not eight independent people.</a:t>
            </a:r>
          </a:p>
        </p:txBody>
      </p:sp>
    </p:spTree>
    <p:extLst>
      <p:ext uri="{BB962C8B-B14F-4D97-AF65-F5344CB8AC3E}">
        <p14:creationId xmlns:p14="http://schemas.microsoft.com/office/powerpoint/2010/main" val="786731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3973D-25CD-4F1A-BED4-DDB2C5CD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Independent N17/N18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6A2A4-CB5D-4782-A8E0-B227E09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47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9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596774"/>
                </a:solidFill>
                <a:latin typeface="Bitstream Charter"/>
                <a:ea typeface="Bitstream Charter"/>
                <a:cs typeface="Bitstream Charter"/>
              </a:rPr>
              <a:t>Hard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C4774-74EF-4AFD-AE48-70CB4A3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9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46C94"/>
                </a:solidFill>
                <a:latin typeface="Bitstream Charter"/>
                <a:ea typeface="Bitstream Charter"/>
                <a:cs typeface="Bitstream Charter"/>
              </a:rPr>
              <a:t>Probability fusion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60D85-CAAB-44FA-B81C-C017A29D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63.67%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865BA-CF86-4838-8277-3C51161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65.18%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5A507-AB33-4B69-B40F-1154BB5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0.4050 worst-class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5C8A7-BDAB-4263-B9D5-2645A9A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0.4152 worst-class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0F3D4-DE53-4F50-BDF2-18F0A89A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50.2353 / 130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EB38F-A4E6-4B75-B532-6FCFD26E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57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51.2448 / 130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E3C48-38A6-4518-8FDA-FB4E8340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1009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774"/>
                </a:solidFill>
                <a:latin typeface="Bitstream Charter"/>
                <a:ea typeface="Bitstream Charter"/>
                <a:cs typeface="Bitstream Charter"/>
              </a:rPr>
              <a:t>Measured before the speed refactor; jury design points excluded.</a:t>
            </a:r>
          </a:p>
        </p:txBody>
      </p:sp>
    </p:spTree>
    <p:extLst>
      <p:ext uri="{BB962C8B-B14F-4D97-AF65-F5344CB8AC3E}">
        <p14:creationId xmlns:p14="http://schemas.microsoft.com/office/powerpoint/2010/main" val="2075430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A174-E0D9-470C-84FF-32C638B2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Where the gain comes from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79296-8CD3-448A-91A7-68C5FBAA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28775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The measured decision change was probability fusion: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29B5-00C5-4D28-9219-E5E3596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50% combined model + 35% EEG model + 15% NIRS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38120-DFED-474B-9EE0-3872546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Six of eight sessions gained score; two lost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DA1F9-B9B8-45EB-A162-552E840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Mean gain: 1.01 points. Illustrative bootstrap interval: -0.58 to +2.52.</a:t>
            </a:r>
          </a:p>
        </p:txBody>
      </p:sp>
    </p:spTree>
    <p:extLst>
      <p:ext uri="{BB962C8B-B14F-4D97-AF65-F5344CB8AC3E}">
        <p14:creationId xmlns:p14="http://schemas.microsoft.com/office/powerpoint/2010/main" val="1391732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D7ABA-FC2A-4414-8895-C170EDF9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Submission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5CEE0-17A2-43AE-8A54-32913049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Final cache: 54 usable public recordings, intended for hidden sessions.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484FE-908E-473C-A60A-4779F11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Frozen judge runner and scorer stay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BEB87-5CEA-4547-B3D0-09660767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Windows smoke test and an eight-session strict replay are included.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5AC4B-2FCD-4A77-875C-B750800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253A"/>
                </a:solidFill>
                <a:latin typeface="Bitstream Charter"/>
                <a:ea typeface="Bitstream Charter"/>
                <a:cs typeface="Bitstream Charter"/>
              </a:rPr>
              <a:t>Full 56-session replay, hidden results, and platform timing are pending.</a:t>
            </a:r>
          </a:p>
        </p:txBody>
      </p:sp>
    </p:spTree>
    <p:extLst>
      <p:ext uri="{BB962C8B-B14F-4D97-AF65-F5344CB8AC3E}">
        <p14:creationId xmlns:p14="http://schemas.microsoft.com/office/powerpoint/2010/main" val="1194013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2026-09-27T18:45:30.0560000Z</dcterms:created>
  <dcterms:modified xsi:type="dcterms:W3CDTF">2026-09-27T18:45:30.0560000Z</dcterms:modified>
</coreProperties>
</file>